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04. The project forecasts daily PM2.5 in Beijing and asks what the forecast is actually worth to a decision maker.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asymmetry between the two errors drives the metric choice and the final recommendation, so we state it at the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45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Air Quality in Beijing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14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short-range PM2.5 forecast is worth to the people who have to act on it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83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04  |  Time Series Analysis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840480"/>
          <a:ext cx="6400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Number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Nishkarsh Khandelwal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27PGAI0051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Jagath Ponnanna P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27PGAI0072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Raghavendra Prasad Shetti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27PGAI0052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Chirag Parida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27PGAI0055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and the decision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the Beijing municipal environmental authority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decision: issue a health advisory, restrict traffic, or tell schools to cancel outdoor activity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needs notice. A school told at 7 a.m. has already let children travel in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errors do not cost the same. A false alarm costs credibility; a missed episode costs health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objective: forecast daily mean PM2.5 one to seven days ahead, with an interval, and say how far ahead it stays useful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 PM2.5 dataset, UCI Machine Learning Repository (Chen 2015, CC BY 4.0)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43,824 hourly readings, 1 January 2010 to 31 December 2014, 13 columns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from the US Embassy station; weather from Beijing Capital Airport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2,067 readings missing (4.7%), in 214 separate gaps: median one hour, longest 155 hours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of six hours or less interpolated; longer gaps left missing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needs 18 valid hours to get an average. 79 of 1,825 days failed and were dropped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a six day gap would be inventing data, so we did not.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series looks like</a:t>
            </a:r>
            <a:endParaRPr lang="en-US" sz="2800" dirty="0"/>
          </a:p>
        </p:txBody>
      </p:sp>
      <p:pic>
        <p:nvPicPr>
          <p:cNvPr id="3" name="Image 0" descr="/home/claude/work/figures/01_series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188720"/>
            <a:ext cx="8138160" cy="4882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winter peaks, no visible long run trend. Mean 98.6, median 78.7, skew 1.62, maximum 542 µg/m³.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diagnostic: are all months equally repeatable?</a:t>
            </a:r>
            <a:endParaRPr lang="en-US" sz="2800" dirty="0"/>
          </a:p>
        </p:txBody>
      </p:sp>
      <p:pic>
        <p:nvPicPr>
          <p:cNvPr id="3" name="Image 0" descr="/home/claude/work/figures/03_seasonal_index_st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280160"/>
            <a:ext cx="6126480" cy="2724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420624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indices computed separately for each year, not once for the whole series</a:t>
            </a:r>
            <a:endParaRPr lang="en-US" sz="15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ranges from 0.44 (2011) to 1.92 (2013); December sits at a standard deviation of 0.049</a:t>
            </a:r>
            <a:endParaRPr lang="en-US" sz="15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hypothesis was the Spring Festival, which moves between late January and mid February</a:t>
            </a:r>
            <a:endParaRPr lang="en-US" sz="15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January 2013 averaged 193.9 against January 2011 at 44.3 — the airpocalypse could explain it alone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 flags the months; it cannot attribute the cause. That needed a proper test.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tested, in the order the course teaches them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371600"/>
          <a:ext cx="9601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 RMSE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 RMSE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ARMA (1,0,1) x (1,0,1,7)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111.02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exponential smoothing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108.63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Winters (weekly)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mean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45720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2010 to 2013, test on 2014. Parameters fixed on the training data only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day ahead the seasonal ARMA beats the naive floor by about 13 per cent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days ahead the ARMA model falls back to the long run average; the calendar regression edges ahead on RMSE but catches almost no episodes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select on RMSE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course measures computed. They disagree, so the choice matters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and MPE break down here: dividing by a reading of 3 µg/m³ turns a small error into a huge percentage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showed MPE between -43% and -108% while mean error in µg/m³ was near zero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added mean error as the bias check and selected on RMSE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punishes large misses hardest, which matches a client who only really cares about severe episodes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 would treat a 10 µg/m³ error on a clean day as equal to a 10 µg/m³ error during an emergency.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intervals, and whether they can be trusted</a:t>
            </a:r>
            <a:endParaRPr lang="en-US" sz="2800" dirty="0"/>
          </a:p>
        </p:txBody>
      </p:sp>
      <p:pic>
        <p:nvPicPr>
          <p:cNvPr id="3" name="Image 0" descr="/home/claude/work/figures/09_arima_interv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88720"/>
            <a:ext cx="9418320" cy="3419856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484632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 80%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 95%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95% width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 µg/m³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 µg/m³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day ahead the intervals are well calibrated, which is what lets the alert rule use them.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lunar hypothesis: real effect, no forecasting gain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1371600"/>
          <a:ext cx="8778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ARIMAX 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Year’s Eve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-33.81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+99.18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before festival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-29.52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+61.12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Lantern Festival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+76.72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+41.85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Festival 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+23.64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+23.21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Festival window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-22.95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402336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Durbin-Watson of 0.93 in the regression meant the OLS standard errors could not be trusted; ARIMAX fixes that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effects are clearly significant, and the largest is the Lantern Festival fireworks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AIC rises from 16076.9 to 16088.5, and holdout RMSE gets slightly worse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real on the day, useless across a year. Five or six days out of 365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forecasts: tested properly, then rejected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1, bias check: both forecasts pass, so combining is legitimate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2, squared error correlation: r = 0.726 at one day, r = 0.989 at seven days, both highly significant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example had r = -0.178, p = 0.374 — genuinely independent errors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ours fail: at seven days both models predict near the average, so they miss the same spikes by the same amount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weights at seven days: -0.93 and +2.00. One is negative, which the method warns against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sample, the combination is worse than the ARMA model alone at one day ahead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pays only when models fail in different places. We have a clean demonstration of what happens when they do not.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APEC, November 2014: what a shutdown buys</a:t>
            </a:r>
            <a:endParaRPr lang="en-US" sz="2800" dirty="0"/>
          </a:p>
        </p:txBody>
      </p:sp>
      <p:pic>
        <p:nvPicPr>
          <p:cNvPr id="3" name="Image 0" descr="/home/claude/work/figures/11_apec_counterfac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1188720"/>
            <a:ext cx="5943600" cy="2971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42976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ran 3 to 12 November: factories halted, construction stopped, number plate restrictions, heating delayed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without controls 89.8, observed 57.5, a gap of 32.3 µg/m³ or 36 per cent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adjusted, so a windy fortnight does not explain it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check: Beijing’s monitoring centre reported about 30 per cent at the time. Our model never saw that figure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no single day fell below the 80% lower bound. Strong in the average, not proof on any one date.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Spring Festival: we were wrong, four years out of four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1463040"/>
          <a:ext cx="78638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  <a:gridCol w="1965960"/>
                <a:gridCol w="1965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Festival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429768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expected the two week industrial shutdown to clean the air. It does the opposite, every year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Agrees with the ARIMAX coefficients: New Year’s Eve +99, Lantern Festival +42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with APEC: a controlled shutdown works; a shutdown plus two weeks of celebration does not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 that matters: accuracy is not value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280160"/>
          <a:ext cx="104241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371600"/>
                <a:gridCol w="1371600"/>
                <a:gridCol w="1371600"/>
                <a:gridCol w="1463040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ARMA, 1 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Naive, 1 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ARMA, 7 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80% rule, 1 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95% rule, 1 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374904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150 µg/m³. 63 of 365 days crossed it in 2014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RMSE model catches 27 episodes. The naive model, far worse on RMSE, catches 33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day model has a respectable RMSE and catches zero. It reverts to the mean, so it never warns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 10:1 — ARMA 375, naive 330, upper 80% rule 231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day model looks usable on the accuracy table and is worthless as a public health instrument.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seasonal ARMA, SARIMAX(1,0,1) x (1,0,1,7) with a constant, published with its 80% interval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include the festival variables operationally. Do not use a combined model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rule: trigger when the upper bound of the 80% interval crosses 150, not the point forecast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That catches 59 of 63 episodes against 27, for 191 false alarms against 15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1: stop promising week ahead forecasts. Publish an honest three day horizon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2: invest in weather inputs. Adding meteorology raised adjusted R² from 0.016 to 0.481</a:t>
            </a:r>
            <a:endParaRPr lang="en-US" sz="17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3: plan the Spring Festival as a pollution event. The lever is fireworks, not factories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choice is statistical. The interval level is a policy choice about tolerance for false alarms.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and what we would do differently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Spring Festivals in training is too few to estimate five coefficients precisely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monitoring station. Beijing is large and pollution is not uniform across it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counterfactuals are suggestive comparisons, not controlled causal estimates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ratios are assumptions. We showed the sensitivity rather than hiding it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chase weather forecasts from the start, and build the decision evaluation first rather than last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 out to ask whether Beijing’s two calendars improve a forecast. The data gave a broader answer: dependence drives the short term, weather explains most of the variation, festival effects are real but too concentrated to help, and accuracy alone is not grounds for a public health decision.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Air Quality in Beijing</dc:title>
  <dc:subject>PptxGenJS Presentation</dc:subject>
  <dc:creator>Group 04</dc:creator>
  <cp:lastModifiedBy>Group 04</cp:lastModifiedBy>
  <cp:revision>1</cp:revision>
  <dcterms:created xsi:type="dcterms:W3CDTF">2026-10-04T09:31:02Z</dcterms:created>
  <dcterms:modified xsi:type="dcterms:W3CDTF">2026-10-04T09:31:02Z</dcterms:modified>
</cp:coreProperties>
</file>